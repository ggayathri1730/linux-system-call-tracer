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09728" cy="137160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FFFFFF"/>
                </a:solidFill>
              </a:rPr>
              <a:t>Linux System Call Tracer</a:t>
            </a:r>
            <a:endParaRPr lang="en-US" sz="3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9A8C"/>
                </a:solidFill>
              </a:rPr>
              <a:t>Team G-4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2651760" cy="1188720"/>
          </a:xfrm>
          <a:prstGeom prst="rect">
            <a:avLst/>
          </a:prstGeom>
          <a:solidFill>
            <a:srgbClr val="1E2D4F"/>
          </a:solidFill>
          <a:ln w="12700">
            <a:solidFill>
              <a:srgbClr val="1D9A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0175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Guttikonda Gayathri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8C2CC"/>
                </a:solidFill>
              </a:rPr>
              <a:t>2520030465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3017520"/>
            <a:ext cx="2651760" cy="1188720"/>
          </a:xfrm>
          <a:prstGeom prst="rect">
            <a:avLst/>
          </a:prstGeom>
          <a:solidFill>
            <a:srgbClr val="1E2D4F"/>
          </a:solidFill>
          <a:ln w="12700">
            <a:solidFill>
              <a:srgbClr val="1D9A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30175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Sai Sowseelya Vedula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8C2CC"/>
                </a:solidFill>
              </a:rPr>
              <a:t>2520030260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3017520"/>
            <a:ext cx="2651760" cy="1188720"/>
          </a:xfrm>
          <a:prstGeom prst="rect">
            <a:avLst/>
          </a:prstGeom>
          <a:solidFill>
            <a:srgbClr val="1E2D4F"/>
          </a:solidFill>
          <a:ln w="12700">
            <a:solidFill>
              <a:srgbClr val="1D9A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30175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Kambhammettu Srithika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8C2CC"/>
                </a:solidFill>
              </a:rPr>
              <a:t>2520030361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</a:rPr>
              <a:t>Programs interact with the OS only through system calls, yet their behaviour is hidden from most users.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</a:rPr>
              <a:t>Failures (e.g. missing files, permission errors) are hard to diagnose without visibility into syscalls.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</a:rPr>
              <a:t>Goal: build a tool that monitors and reports the system calls invoked by a selected process during execution.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</a:rPr>
              <a:t>Must show syscall counts, failures, process ID and execution status.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9A8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A8C"/>
                </a:solidFill>
              </a:rPr>
              <a:t>Main Application (integrates all three modules)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</a:rPr>
              <a:t>Core Tracer workflow  (src/tracer)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645920" cy="822960"/>
          </a:xfrm>
          <a:prstGeom prst="rect">
            <a:avLst/>
          </a:prstGeom>
          <a:solidFill>
            <a:srgbClr val="E3F4F2"/>
          </a:solidFill>
          <a:ln w="12700">
            <a:solidFill>
              <a:srgbClr val="1D9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4213D"/>
                </a:solidFill>
              </a:rPr>
              <a:t>Target process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</a:rPr>
              <a:t>selected by PID or command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94560" y="1965960"/>
            <a:ext cx="502920" cy="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1554480"/>
            <a:ext cx="164592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D9A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strace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D9DEE3"/>
                </a:solidFill>
              </a:rPr>
              <a:t>captures every system call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1965960"/>
            <a:ext cx="502920" cy="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1554480"/>
            <a:ext cx="164592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D9A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Parser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D9DEE3"/>
                </a:solidFill>
              </a:rPr>
              <a:t>counts, failures, PID, status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1965960"/>
            <a:ext cx="502920" cy="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95160" y="1554480"/>
            <a:ext cx="164592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D9A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Report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D9DEE3"/>
                </a:solidFill>
              </a:rPr>
              <a:t>summary shown to the user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2834640"/>
            <a:ext cx="5303520" cy="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377440"/>
            <a:ext cx="0" cy="45720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2514600" y="2834640"/>
            <a:ext cx="0" cy="27432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2834640"/>
            <a:ext cx="0" cy="27432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17520" y="25420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606D"/>
                </a:solidFill>
              </a:rPr>
              <a:t>test workloads to trace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3931920" cy="1051560"/>
          </a:xfrm>
          <a:prstGeom prst="rect">
            <a:avLst/>
          </a:prstGeom>
          <a:solidFill>
            <a:srgbClr val="E3F4F2"/>
          </a:solidFill>
          <a:ln w="12700">
            <a:solidFill>
              <a:srgbClr val="1D9A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1089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13D"/>
                </a:solidFill>
              </a:rPr>
              <a:t>Processes &amp; IPC (src/ipc)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Process creation/termination, pipes, FIFOs, signals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3108960"/>
            <a:ext cx="3931920" cy="1051560"/>
          </a:xfrm>
          <a:prstGeom prst="rect">
            <a:avLst/>
          </a:prstGeom>
          <a:solidFill>
            <a:srgbClr val="E3F4F2"/>
          </a:solidFill>
          <a:ln w="12700">
            <a:solidFill>
              <a:srgbClr val="1D9A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31089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13D"/>
                </a:solidFill>
              </a:rPr>
              <a:t>Analysis (src/analysis)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Memory usage, file I/O errors, pthread mutex sync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</a:rPr>
              <a:t>Module outputs are traced by the Core Tracer, and all results are reported through one application.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606D"/>
                </a:solidFill>
              </a:rPr>
              <a:t>Work divided by course outcomes (CO)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06040" cy="41148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Gayathri: Core Tracer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2024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CO-1 &amp; CO-2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Tracing engine in C using strace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Capture and analyse syscalls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Show counts, failures, PID, 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Integrate all modules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8980" y="137160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8980" y="1371600"/>
            <a:ext cx="2606040" cy="41148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68980" y="1371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Sowseelya: Processes &amp; IPC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06140" y="192024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CO-2 &amp; CO-3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Process creation and termination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Pipes and named FIFOs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Signal handling and communication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Test cases and traces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37160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371600"/>
            <a:ext cx="2606040" cy="41148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80760" y="1371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Srithika: Memory, I/O, Threads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2024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CO-4, CO-5 &amp; CO-6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Memory usage and related syscalls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File operations and error detection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POSIX threads with mutexes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Test cases and analysis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146304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3258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213D"/>
                </a:solidFill>
              </a:rPr>
              <a:t>C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Core language for tracer and demos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188720"/>
            <a:ext cx="91440" cy="146304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13258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213D"/>
                </a:solidFill>
              </a:rPr>
              <a:t>strace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Captures system calls of a process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188720"/>
            <a:ext cx="91440" cy="146304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3258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213D"/>
                </a:solidFill>
              </a:rPr>
              <a:t>POSIX APIs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fork, pipe, mkfifo, signals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91440" cy="146304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063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213D"/>
                </a:solidFill>
              </a:rPr>
              <a:t>pthreads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Threads and mutex synchronisation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337560" y="29260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2926080"/>
            <a:ext cx="91440" cy="146304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11880" y="3063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213D"/>
                </a:solidFill>
              </a:rPr>
              <a:t>Linux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Target OS and syscall interface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926080"/>
            <a:ext cx="91440" cy="146304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063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213D"/>
                </a:solidFill>
              </a:rPr>
              <a:t>Git / Make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Source control and build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606D"/>
                </a:solidFill>
              </a:rPr>
              <a:t>Each member supplies test cases for their module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06040" cy="41148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Tracer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202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Trace a chosen process by PID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Verify syscall counts and failure reporting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Check execution status output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8980" y="13716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8980" y="1371600"/>
            <a:ext cx="2606040" cy="41148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68980" y="1371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Processes &amp; IPC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06140" y="19202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Fork/exit and wait behaviour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Pipe and FIFO data transfer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Signal delivery and handling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3716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371600"/>
            <a:ext cx="2606040" cy="411480"/>
          </a:xfrm>
          <a:prstGeom prst="rect">
            <a:avLst/>
          </a:prstGeom>
          <a:solidFill>
            <a:srgbClr val="1D9A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80760" y="1371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Analysis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202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Memory calls (brk, mmap) traced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Missing/denied file error detection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Mutex-protected threads, no races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606D"/>
                </a:solidFill>
              </a:rPr>
              <a:t>What the tool reports for a traced process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2801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9A8C"/>
                </a:solidFill>
              </a:rPr>
              <a:t>Syscall counts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Per-call totals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12801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51760" y="1371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9A8C"/>
                </a:solidFill>
              </a:rPr>
              <a:t>Failures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Errors such as ENOENT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12801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371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9A8C"/>
                </a:solidFill>
              </a:rPr>
              <a:t>Process ID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PID of traced target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66560" y="1371600"/>
            <a:ext cx="1920240" cy="12801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0" y="1371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9A8C"/>
                </a:solidFill>
              </a:rPr>
              <a:t>Exec status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Exit code / signal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IPC demos show pipes, FIFOs and signals working through the traced calls.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Memory and file analysis link program behaviour to the underlying syscalls.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Thread tests confirm mutex synchronisation protects shared data.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Makes OS internals visible: students see how programs use syscalls.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Speeds up debugging by pinpointing failing calls and their causes.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Covers processes, IPC, memory, file I/O and threads in one project.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Foundation for extensions: filtering, live monitoring, performance profiling.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A8C"/>
                </a:solidFill>
              </a:rPr>
              <a:t>Linux System Call Tracer | Team G-4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Call Tracer</dc:title>
  <dc:subject>PptxGenJS Presentation</dc:subject>
  <dc:creator>PptxGenJS</dc:creator>
  <cp:lastModifiedBy>PptxGenJS</cp:lastModifiedBy>
  <cp:revision>1</cp:revision>
  <dcterms:created xsi:type="dcterms:W3CDTF">2026-10-16T14:54:07Z</dcterms:created>
  <dcterms:modified xsi:type="dcterms:W3CDTF">2026-10-16T14:54:07Z</dcterms:modified>
</cp:coreProperties>
</file>